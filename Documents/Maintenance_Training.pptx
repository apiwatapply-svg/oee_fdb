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758299-D9F2-7769-34A6-73E40ACC51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68061-2E4B-CC11-D747-C7C13117F4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5FDC6-2060-4EF2-87B4-94703506F44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8327A-A9A2-355B-C661-48F42D60D1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B5DA4-8FB5-F63C-EF39-402937418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48612-6B10-497D-8191-49D3E6AE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798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C0698-CE84-4FE0-8F97-D2DDB44FE99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FD7AB-BF5D-499B-BA8E-D6D22075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246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BFB8-367A-D331-D61F-F9C5D3B34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C171B-972B-81D3-4725-8ACF02D48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217A-B2F9-EA3A-2EAF-9B10D3C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66FA-0001-40A5-9052-A5E309197F2E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2FD81-6763-B842-7E82-AF95FF64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E3FBC-2531-996F-17EA-2AAF18EE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4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8586-B34F-7D19-0458-C9B19206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9860-B6EF-1971-7395-3C9E6BC7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1F4FB-B7C9-8585-7A18-ABF239CA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C110B-D025-4C4A-8E4A-1F76BB46E8C7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C732-5158-31BC-F287-FACE2A86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4B41-1B04-AE58-F037-F0FCD8A5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6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634D-5704-3CE8-DF93-0AFEA09C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3F620-8F80-6A77-1D35-3E15E032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1C9D-449B-518D-C177-077B86B0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3E07-F601-4F83-9941-7C0DA1034D37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AD4EF-4C61-822F-4013-93A73C14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B6B0D-402D-E160-371F-5D7A3C09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2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2C0D-435E-BFD1-7928-7C9050D5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73CA-8F68-271E-5A1A-6A9DC6E6B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7A7F9-E301-0C82-16C6-51B9A898F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B46B0-C53A-9AFA-42FC-855297BC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2529-E171-4A02-BF18-F343305C0C52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111DB-B2BC-4957-A687-FF96F93F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B4054-F79F-F8D4-AC9E-12361137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5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3024-1C6D-11CB-0E1A-2ADE1E0B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2302E-E3AD-E50C-ABF3-BF6045961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21927-ACBB-DB7D-FC01-12F918337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A42D8-0C50-D0CA-6DE4-9C22A3B8A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BF401-00F5-F947-323E-8EFC5C0E8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B7148-7651-B79B-0A54-7CA16E7D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5EC0-D575-44F7-BC55-9F7113E22229}" type="datetime1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66D82-232C-574E-8D2B-82D8325A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D0260-CA21-E6C8-F194-CD1BE1AC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1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1F6E-27BF-9FD8-3F17-636FBC1D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A4966-94F3-6678-F44E-2436D8FD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8E751-E14F-4988-B9C6-1FFAB3755B62}" type="datetime1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62845-708E-7987-CC48-4B973FC8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73014-28B9-0F75-610C-014BABE2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44B03-9EED-387A-AE33-7A13E383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5341C-8213-46CB-9603-C28EC33FE2CA}" type="datetime1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7A27E-372B-6862-7CD9-19FAC9D5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3D4AD-B1CF-F252-BB16-0FD2EBE0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5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BC38-4C38-5099-6A33-0ED02F84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E5D9-0D4F-F23F-916A-B73BAFD3C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519FC-E4E0-F09C-E556-DC5C5B9A0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D726A-8126-7130-A493-BC223F678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47B0-ACE9-4EA2-9820-138C72DD4D58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924DD-5E4C-0BDA-4492-377C99F8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76453-0977-134A-E33B-3F011636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7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A25D-8AA9-76FA-4CFC-FE95CBA4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CC2EE-123F-625B-D54E-5D00AACDE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BFD00-3920-03C1-C79C-C2E4EC0EF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D8A2E-C155-8307-F14B-A6CE85FE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8EA4-67C5-481D-825C-03754D9E63BB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5B499-8AE8-DC3C-560C-FA02C40B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0A060-4D94-DCB9-DA01-729BA8A6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6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DB34-C7BC-FAC1-0D8F-17A41F99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30089-7E25-03DA-76E4-8A4281E23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6E78-AB11-2B7C-00A7-A715032C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0E08-070C-47A4-9965-E5B0E02ADC03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D3F8-36EE-7CB1-7123-D8A3FEC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9D7B-D508-81EB-06F5-54A1DA8A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5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AC77D-70EC-A676-6E7C-0EF2426B8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C717B-2A31-2837-5B8A-CD3706C33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2BF61-2646-3124-36C0-5AEB6D47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83452-03A8-438E-AC81-7D80F27B50DA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105FD-2DA4-D6D8-FC5D-F8C534F3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5E5D-10DC-1E15-8B89-68699911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5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657C8-518C-14A1-9B94-E00DCFDA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D106F-089C-1E30-53E5-B9A286394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6FBC5-D4B5-6A25-C331-833C61FB7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32117-438E-44BC-99FB-A244A7187EB0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8F693-0FDF-0441-CC07-BFA1F87F0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IoT Section, FDB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704E-015B-6D34-110D-89615D6E3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CAC71-C1E4-4B30-9E07-119363370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1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7DA409-0FB8-39D4-61C7-2267494EA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4"/>
            <a:ext cx="12192000" cy="685271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BED060-74D5-279D-6C6D-77F34B63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7298" y="6428777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800" smtClean="0">
                <a:solidFill>
                  <a:schemeClr val="bg1"/>
                </a:solidFill>
              </a:rPr>
              <a:t>1</a:t>
            </a:fld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25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59C7-B676-031E-D913-070658A3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8010BA-1CC8-25F9-54E3-B5955B9D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44"/>
            <a:ext cx="12192000" cy="68151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F6D46-7027-18A3-E631-798FB2E2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9087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1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3B3E-E973-328D-D6C3-C7D6EA7F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049866-58FA-D571-D546-CE48C254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" y="0"/>
            <a:ext cx="12168024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69E4B-42D8-4A61-4C46-872B5CF0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6812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66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A295-3ED9-4F04-206B-48A65850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8B28E4-8E63-1E3B-C653-E9E77E51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" y="0"/>
            <a:ext cx="12151402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46B36-5151-B86A-0CAE-2E5C9355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8501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1800" smtClean="0">
                <a:solidFill>
                  <a:schemeClr val="bg1"/>
                </a:solidFill>
              </a:rPr>
              <a:t>4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96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9EAB-5062-3B71-46BB-79A152E4D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C29317-3F0F-DE6B-0D94-D3B0FF26F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" y="0"/>
            <a:ext cx="12136978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A13DA-886B-4DD0-B55A-E1A6B13A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1289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5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40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EAAF-D442-FF75-D4A3-F154BB62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FB55BA-6389-0AD1-EA94-50060C0B4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" y="0"/>
            <a:ext cx="1217740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DFDB2-E953-F0F7-2F84-B37C01C7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/>
              <a:t>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336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2267-4833-BD35-AB46-00AC4AA5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F06D7F-7C73-22E0-7D46-BC9AE2F7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B77C2-A683-458A-A8F2-2C91C88E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/>
              <a:t>7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4412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EBEF-617E-3F7D-F97D-A5AB47FB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B0C01C-44B1-E468-F652-E9B75783D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04"/>
            <a:ext cx="12192000" cy="682339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99465-2940-AB86-8A60-E292F2A2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5570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8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A53C5-4567-59DD-8018-32E15B631298}"/>
              </a:ext>
            </a:extLst>
          </p:cNvPr>
          <p:cNvSpPr txBox="1"/>
          <p:nvPr/>
        </p:nvSpPr>
        <p:spPr>
          <a:xfrm>
            <a:off x="6297565" y="1883121"/>
            <a:ext cx="223230" cy="246221"/>
          </a:xfrm>
          <a:prstGeom prst="rect">
            <a:avLst/>
          </a:prstGeom>
          <a:solidFill>
            <a:srgbClr val="FEFEF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0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EBB7FF-95E7-8D41-8FFB-EA7E7990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996"/>
          <a:stretch>
            <a:fillRect/>
          </a:stretch>
        </p:blipFill>
        <p:spPr>
          <a:xfrm>
            <a:off x="217282" y="2644461"/>
            <a:ext cx="1540758" cy="1049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B3113B-76A3-7EB5-31D1-08483D034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93" y="2644461"/>
            <a:ext cx="1256748" cy="10504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51E8AB-B57A-A3E6-2828-889E24E6D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295" y="2732970"/>
            <a:ext cx="1141409" cy="9605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8F99D98-AB00-E766-C53A-9B807E9DB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5245" y="2696480"/>
            <a:ext cx="1540758" cy="9817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06B633-8ED0-4F9B-80DA-17914242F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90" y="5189471"/>
            <a:ext cx="1155685" cy="8624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9571A77-93AF-9E67-7DD6-411A518C41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236" y="5305531"/>
            <a:ext cx="2216339" cy="6303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C0C7969-4C52-9D20-F4FA-CF6E74E937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6815" y="5218045"/>
            <a:ext cx="1734535" cy="8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9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D578-8E84-DC03-6B94-5011E1CA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6B161E-F76F-9EBA-EF83-0FF1B287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E7B6A-F56B-743E-B658-577131BA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1005184"/>
            <a:ext cx="9458325" cy="51429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5E6F9-CB45-4926-6149-15767281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9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4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BCE1-5B59-C47C-2CAD-C231423C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F250E-8867-0556-BF48-3AF8E935C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72"/>
            <a:ext cx="12192000" cy="6806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34373-C931-8F2C-5561-93B2F683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5" y="6467003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25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9021-5224-3F67-C008-1845EC11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3B1C8-BE27-5D75-C2E8-77A86390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72"/>
            <a:ext cx="12192000" cy="6806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4D0B3-4BF9-69D2-B7D0-313FF36D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5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11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C6529-71BF-F574-D570-1AA9C5BC04C1}"/>
              </a:ext>
            </a:extLst>
          </p:cNvPr>
          <p:cNvSpPr/>
          <p:nvPr/>
        </p:nvSpPr>
        <p:spPr>
          <a:xfrm>
            <a:off x="200025" y="914400"/>
            <a:ext cx="11744325" cy="55149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203E5B-9CED-0108-EA5A-6138E2DC7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4" y="1040419"/>
            <a:ext cx="9763125" cy="526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2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C868A-3798-5ED8-2949-53B0F1A0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3392A-327F-1C7F-E1FC-BAC90007C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72"/>
            <a:ext cx="12192000" cy="6806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9EDD3-6AA5-DD7B-E706-931CD33D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5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12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80C91-EF00-0A43-ED8D-A8EB2763A3F2}"/>
              </a:ext>
            </a:extLst>
          </p:cNvPr>
          <p:cNvSpPr/>
          <p:nvPr/>
        </p:nvSpPr>
        <p:spPr>
          <a:xfrm>
            <a:off x="200025" y="914400"/>
            <a:ext cx="11744325" cy="55149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087404-2F06-556F-5620-7053AF0C7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928" y="914400"/>
            <a:ext cx="10054517" cy="534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79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5680-4641-08E7-949B-D869F1E6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37D41-2196-1E19-847B-804CEEA33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6D8F9-FE77-8A28-2384-E5B65F62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7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88A0-44F8-324B-6DA4-D21FA2C1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4D794-91F2-FD76-33CC-E8A76CDC0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22862-C8FF-76B9-72A5-4EB3EA4A0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F2CAC71-C1E4-4B30-9E07-119363370A06}" type="slidenum">
              <a:rPr lang="en-US" sz="2000" smtClean="0">
                <a:solidFill>
                  <a:schemeClr val="bg1"/>
                </a:solidFill>
              </a:rPr>
              <a:t>14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601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70CB-C919-AE34-4D84-4ECE3C28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CEA42-B33D-42A8-5A68-1C9708E2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AC71-C1E4-4B30-9E07-119363370A06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087B2-28CD-7AC5-7AC9-ED7FAE119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"/>
            <a:ext cx="12192000" cy="685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39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16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FDB-MM-024</dc:creator>
  <cp:lastModifiedBy>FDB-MM-024</cp:lastModifiedBy>
  <cp:revision>18</cp:revision>
  <dcterms:created xsi:type="dcterms:W3CDTF">2026-05-09T03:15:25Z</dcterms:created>
  <dcterms:modified xsi:type="dcterms:W3CDTF">2026-05-09T08:10:26Z</dcterms:modified>
</cp:coreProperties>
</file>